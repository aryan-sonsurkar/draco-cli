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Introduction to Database Management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 database management system (DBMS) is a software system that interacts with databases, providing data manipulation capabilities such as storing, updating, and querying data.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Characteristics of DBMS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 good database management system should have the following characteristics: data independence, concurrent access, distributed data, recovery from failures, and security.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Types of DBMS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There are several types of database management systems, including relational, NoSQL, document-oriented, graph, time-series, and cloud-based databases.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Relational DBMS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Relational databases use a structured query language (SQL) to manage data. They are widely used in many industries, including finance and healthcare.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NoSQL DBMS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NoSQL databases do not use SQL and are designed for handling large amounts of unstructured or semi-structured data. They are widely used in big data analytics, IoT, and social media applications.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DBMS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The performance of a database management system is critical for its success. It includes metrics such as query response time, data retrieval rate, and storage capacity.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In conclusion, database management systems play a crucial role in managing and analyzing large amounts of data. Choosing the right DBMS depends on the specific needs of an organization.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